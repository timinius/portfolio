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работы ИИ-помощника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backend/routes/ai.js  ·  frontend/src/components/ChatWidget.jsx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148840" y="777240"/>
            <a:ext cx="0" cy="5303520"/>
          </a:xfrm>
          <a:prstGeom prst="line">
            <a:avLst/>
          </a:prstGeom>
          <a:noFill/>
          <a:ln w="10160">
            <a:solidFill>
              <a:srgbClr val="BBBBB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617720" y="777240"/>
            <a:ext cx="0" cy="5303520"/>
          </a:xfrm>
          <a:prstGeom prst="line">
            <a:avLst/>
          </a:prstGeom>
          <a:noFill/>
          <a:ln w="10160">
            <a:solidFill>
              <a:srgbClr val="BBBBB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589520" y="777240"/>
            <a:ext cx="0" cy="5303520"/>
          </a:xfrm>
          <a:prstGeom prst="line">
            <a:avLst/>
          </a:prstGeom>
          <a:noFill/>
          <a:ln w="10160">
            <a:solidFill>
              <a:srgbClr val="BBBBB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1440" y="7772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94560" y="7772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63440" y="777240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35240" y="77724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9728" y="9601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CECEC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" y="1036086"/>
            <a:ext cx="1737360" cy="2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" y="1289304"/>
            <a:ext cx="1737360" cy="2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ChatWidget.jsx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40280" y="960120"/>
            <a:ext cx="2286000" cy="658368"/>
          </a:xfrm>
          <a:prstGeom prst="diamond">
            <a:avLst/>
          </a:prstGeom>
          <a:solidFill>
            <a:srgbClr val="ECECEC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3180" y="1042416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83180" y="120700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джейлбрейк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83180" y="1371600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isJailbreakAttempt()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240280" y="182880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CECEC"/>
          </a:solidFill>
          <a:ln w="1524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1904766"/>
            <a:ext cx="2194560" cy="2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ЗАБЛОКИРОВАНО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2157984"/>
            <a:ext cx="2194560" cy="2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стандартный ответ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CECEC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03057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#1  —  llama-3.1-8b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146181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Извлечь поисковые термины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1289304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max_tokens: 60  ·  temp: 0.3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0" y="1432427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ai.js : 173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635240" y="9601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CECEC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036086"/>
            <a:ext cx="4023360" cy="2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groq.com 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80960" y="1289304"/>
            <a:ext cx="4023360" cy="2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LPU-чипы  ·  ~0.1 сек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182880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CECEC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871737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Синонимы + стемминг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2014861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getSearchVariants() + SYNONYMS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0" y="2157984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→ iphone, samsung...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54880" y="2301107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ai.js : 50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635240" y="18288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CECEC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1904766"/>
            <a:ext cx="4023360" cy="2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0" y="2157984"/>
            <a:ext cx="4023360" cy="2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· categories · users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278892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CECEC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831857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системного промпта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974981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SYSTEM_PROMPT + товары из БД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0" y="3118104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история диалога (8 сообщений)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4880" y="3261227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ai.js : 200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709160" y="365760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CECEC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700537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#2  —  llama-3.3-70b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3843661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финального ответа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0" y="3986784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max_tokens: 600  ·  temp: 0.7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54880" y="4129907"/>
            <a:ext cx="2651760" cy="143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ai.js : 205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635240" y="36576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CECEC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3733566"/>
            <a:ext cx="4023360" cy="2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groq.com API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680960" y="3986784"/>
            <a:ext cx="4023360" cy="2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параметров  ·  ~0.3 сек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240280" y="4663440"/>
            <a:ext cx="2286000" cy="658368"/>
          </a:xfrm>
          <a:prstGeom prst="diamond">
            <a:avLst/>
          </a:prstGeom>
          <a:solidFill>
            <a:srgbClr val="ECECEC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83180" y="4745736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83180" y="491032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ответа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583180" y="5074920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containsDangerous()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9728" y="466344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CECEC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5448" y="471830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пользователю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55448" y="490118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+ карточки товаров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55448" y="50840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ChatWidget.jsx : 46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938528" y="1289304"/>
            <a:ext cx="301752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arrow"/>
          </a:ln>
        </p:spPr>
      </p:sp>
      <p:sp>
        <p:nvSpPr>
          <p:cNvPr id="59" name="Text 57"/>
          <p:cNvSpPr/>
          <p:nvPr/>
        </p:nvSpPr>
        <p:spPr>
          <a:xfrm>
            <a:off x="1947672" y="1088136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468880" y="1618488"/>
            <a:ext cx="9144" cy="21031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arrow"/>
          </a:ln>
        </p:spPr>
      </p:sp>
      <p:sp>
        <p:nvSpPr>
          <p:cNvPr id="61" name="Text 59"/>
          <p:cNvSpPr/>
          <p:nvPr/>
        </p:nvSpPr>
        <p:spPr>
          <a:xfrm>
            <a:off x="2514600" y="16642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526280" y="1289304"/>
            <a:ext cx="182880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arrow"/>
          </a:ln>
        </p:spPr>
      </p:sp>
      <p:sp>
        <p:nvSpPr>
          <p:cNvPr id="63" name="Text 61"/>
          <p:cNvSpPr/>
          <p:nvPr/>
        </p:nvSpPr>
        <p:spPr>
          <a:xfrm>
            <a:off x="4343400" y="10881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452360" y="1289304"/>
            <a:ext cx="182880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arrow"/>
          </a:ln>
        </p:spPr>
      </p:sp>
      <p:sp>
        <p:nvSpPr>
          <p:cNvPr id="65" name="Text 63"/>
          <p:cNvSpPr/>
          <p:nvPr/>
        </p:nvSpPr>
        <p:spPr>
          <a:xfrm>
            <a:off x="7315200" y="108813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 flipH="1">
            <a:off x="7452360" y="1388059"/>
            <a:ext cx="182880" cy="9144"/>
          </a:xfrm>
          <a:prstGeom prst="line">
            <a:avLst/>
          </a:prstGeom>
          <a:noFill/>
          <a:ln w="15240">
            <a:solidFill>
              <a:srgbClr val="AAAAAA"/>
            </a:solidFill>
            <a:prstDash val="dash"/>
            <a:headEnd type="none"/>
            <a:tailEnd type="arrow"/>
          </a:ln>
        </p:spPr>
      </p:sp>
      <p:sp>
        <p:nvSpPr>
          <p:cNvPr id="67" name="Text 65"/>
          <p:cNvSpPr/>
          <p:nvPr/>
        </p:nvSpPr>
        <p:spPr>
          <a:xfrm>
            <a:off x="7315200" y="1388059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термины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080760" y="1618488"/>
            <a:ext cx="9144" cy="21031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arrow"/>
          </a:ln>
        </p:spPr>
      </p:sp>
      <p:sp>
        <p:nvSpPr>
          <p:cNvPr id="69" name="Shape 67"/>
          <p:cNvSpPr/>
          <p:nvPr/>
        </p:nvSpPr>
        <p:spPr>
          <a:xfrm>
            <a:off x="7452360" y="2157984"/>
            <a:ext cx="182880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arrow"/>
          </a:ln>
        </p:spPr>
      </p:sp>
      <p:sp>
        <p:nvSpPr>
          <p:cNvPr id="70" name="Text 68"/>
          <p:cNvSpPr/>
          <p:nvPr/>
        </p:nvSpPr>
        <p:spPr>
          <a:xfrm>
            <a:off x="7178040" y="195681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LIKE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 flipH="1">
            <a:off x="7452360" y="2256739"/>
            <a:ext cx="182880" cy="9144"/>
          </a:xfrm>
          <a:prstGeom prst="line">
            <a:avLst/>
          </a:prstGeom>
          <a:noFill/>
          <a:ln w="15240">
            <a:solidFill>
              <a:srgbClr val="AAAAAA"/>
            </a:solidFill>
            <a:prstDash val="dash"/>
            <a:headEnd type="none"/>
            <a:tailEnd type="arrow"/>
          </a:ln>
        </p:spPr>
      </p:sp>
      <p:sp>
        <p:nvSpPr>
          <p:cNvPr id="72" name="Text 70"/>
          <p:cNvSpPr/>
          <p:nvPr/>
        </p:nvSpPr>
        <p:spPr>
          <a:xfrm>
            <a:off x="7178040" y="2256739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8 товаров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080760" y="2487168"/>
            <a:ext cx="9144" cy="30175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arrow"/>
          </a:ln>
        </p:spPr>
      </p:sp>
      <p:sp>
        <p:nvSpPr>
          <p:cNvPr id="74" name="Shape 72"/>
          <p:cNvSpPr/>
          <p:nvPr/>
        </p:nvSpPr>
        <p:spPr>
          <a:xfrm>
            <a:off x="6080760" y="3447288"/>
            <a:ext cx="9144" cy="21031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arrow"/>
          </a:ln>
        </p:spPr>
      </p:sp>
      <p:sp>
        <p:nvSpPr>
          <p:cNvPr id="75" name="Shape 73"/>
          <p:cNvSpPr/>
          <p:nvPr/>
        </p:nvSpPr>
        <p:spPr>
          <a:xfrm>
            <a:off x="7452360" y="3986784"/>
            <a:ext cx="182880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arrow"/>
          </a:ln>
        </p:spPr>
      </p:sp>
      <p:sp>
        <p:nvSpPr>
          <p:cNvPr id="76" name="Text 74"/>
          <p:cNvSpPr/>
          <p:nvPr/>
        </p:nvSpPr>
        <p:spPr>
          <a:xfrm>
            <a:off x="7315200" y="378561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 flipH="1">
            <a:off x="7452360" y="4085539"/>
            <a:ext cx="182880" cy="9144"/>
          </a:xfrm>
          <a:prstGeom prst="line">
            <a:avLst/>
          </a:prstGeom>
          <a:noFill/>
          <a:ln w="15240">
            <a:solidFill>
              <a:srgbClr val="AAAAAA"/>
            </a:solidFill>
            <a:prstDash val="dash"/>
            <a:headEnd type="none"/>
            <a:tailEnd type="arrow"/>
          </a:ln>
        </p:spPr>
      </p:sp>
      <p:sp>
        <p:nvSpPr>
          <p:cNvPr id="78" name="Text 76"/>
          <p:cNvSpPr/>
          <p:nvPr/>
        </p:nvSpPr>
        <p:spPr>
          <a:xfrm>
            <a:off x="6903720" y="4085539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+ IDs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 flipH="1">
            <a:off x="4526280" y="4151376"/>
            <a:ext cx="182880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arrow"/>
          </a:ln>
        </p:spPr>
      </p:sp>
      <p:sp>
        <p:nvSpPr>
          <p:cNvPr id="80" name="Shape 78"/>
          <p:cNvSpPr/>
          <p:nvPr/>
        </p:nvSpPr>
        <p:spPr>
          <a:xfrm>
            <a:off x="4517136" y="4151376"/>
            <a:ext cx="9144" cy="841248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4526280" y="4992624"/>
            <a:ext cx="9144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4526280" y="4992624"/>
            <a:ext cx="9144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arrow"/>
          </a:ln>
        </p:spPr>
      </p:sp>
      <p:sp>
        <p:nvSpPr>
          <p:cNvPr id="83" name="Shape 81"/>
          <p:cNvSpPr/>
          <p:nvPr/>
        </p:nvSpPr>
        <p:spPr>
          <a:xfrm>
            <a:off x="6080760" y="4315968"/>
            <a:ext cx="9144" cy="34747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none"/>
          </a:ln>
        </p:spPr>
      </p:sp>
      <p:sp>
        <p:nvSpPr>
          <p:cNvPr id="84" name="Shape 82"/>
          <p:cNvSpPr/>
          <p:nvPr/>
        </p:nvSpPr>
        <p:spPr>
          <a:xfrm flipH="1">
            <a:off x="3383280" y="4663440"/>
            <a:ext cx="2697480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3383280" y="4663440"/>
            <a:ext cx="9144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arrow"/>
          </a:ln>
        </p:spPr>
      </p:sp>
      <p:sp>
        <p:nvSpPr>
          <p:cNvPr id="86" name="Shape 84"/>
          <p:cNvSpPr/>
          <p:nvPr/>
        </p:nvSpPr>
        <p:spPr>
          <a:xfrm flipH="1">
            <a:off x="1938528" y="4992624"/>
            <a:ext cx="301752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none"/>
            <a:tailEnd type="arrow"/>
          </a:ln>
        </p:spPr>
      </p:sp>
      <p:sp>
        <p:nvSpPr>
          <p:cNvPr id="87" name="Text 85"/>
          <p:cNvSpPr/>
          <p:nvPr/>
        </p:nvSpPr>
        <p:spPr>
          <a:xfrm>
            <a:off x="1947672" y="479145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3383280" y="5321808"/>
            <a:ext cx="9144" cy="22860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  <a:tailEnd type="none"/>
          </a:ln>
        </p:spPr>
      </p:sp>
      <p:sp>
        <p:nvSpPr>
          <p:cNvPr id="89" name="Text 87"/>
          <p:cNvSpPr/>
          <p:nvPr/>
        </p:nvSpPr>
        <p:spPr>
          <a:xfrm>
            <a:off x="3429000" y="53583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опасно → блок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 flipV="1">
            <a:off x="457200" y="4663440"/>
            <a:ext cx="9144" cy="-3044952"/>
          </a:xfrm>
          <a:prstGeom prst="line">
            <a:avLst/>
          </a:prstGeom>
          <a:noFill/>
          <a:ln w="12700">
            <a:solidFill>
              <a:srgbClr val="AAAAAA"/>
            </a:solidFill>
            <a:prstDash val="lgDash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457200" y="1618488"/>
            <a:ext cx="4251960" cy="9144"/>
          </a:xfrm>
          <a:prstGeom prst="line">
            <a:avLst/>
          </a:prstGeom>
          <a:noFill/>
          <a:ln w="12700">
            <a:solidFill>
              <a:srgbClr val="AAAAAA"/>
            </a:solidFill>
            <a:prstDash val="lgDash"/>
            <a:tailEnd type="arrow"/>
          </a:ln>
        </p:spPr>
      </p:sp>
      <p:sp>
        <p:nvSpPr>
          <p:cNvPr id="92" name="Text 90"/>
          <p:cNvSpPr/>
          <p:nvPr/>
        </p:nvSpPr>
        <p:spPr>
          <a:xfrm>
            <a:off x="1371600" y="19202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диалога (8 сообщений)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109728" y="1965960"/>
            <a:ext cx="1828800" cy="224028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 w="15240">
            <a:solidFill>
              <a:srgbClr val="BBBBB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01168" y="20391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Обозначения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46888" y="2441448"/>
            <a:ext cx="502920" cy="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arrow"/>
          </a:ln>
        </p:spPr>
      </p:sp>
      <p:sp>
        <p:nvSpPr>
          <p:cNvPr id="96" name="Text 94"/>
          <p:cNvSpPr/>
          <p:nvPr/>
        </p:nvSpPr>
        <p:spPr>
          <a:xfrm>
            <a:off x="822960" y="23500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запрос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246888" y="2788920"/>
            <a:ext cx="502920" cy="0"/>
          </a:xfrm>
          <a:prstGeom prst="line">
            <a:avLst/>
          </a:prstGeom>
          <a:noFill/>
          <a:ln w="15240">
            <a:solidFill>
              <a:srgbClr val="555555"/>
            </a:solidFill>
            <a:prstDash val="dash"/>
            <a:tailEnd type="arrow"/>
          </a:ln>
        </p:spPr>
      </p:sp>
      <p:sp>
        <p:nvSpPr>
          <p:cNvPr id="98" name="Text 96"/>
          <p:cNvSpPr/>
          <p:nvPr/>
        </p:nvSpPr>
        <p:spPr>
          <a:xfrm>
            <a:off x="822960" y="26974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/ возврат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219456" y="310896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ECECE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95528" y="3127248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обработки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219456" y="3584448"/>
            <a:ext cx="502920" cy="256032"/>
          </a:xfrm>
          <a:prstGeom prst="diamond">
            <a:avLst/>
          </a:prstGeom>
          <a:solidFill>
            <a:srgbClr val="ECECE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95528" y="3602736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/ проверка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2026-06-17T10:18:09Z</dcterms:created>
  <dcterms:modified xsi:type="dcterms:W3CDTF">2026-06-17T10:18:09Z</dcterms:modified>
</cp:coreProperties>
</file>