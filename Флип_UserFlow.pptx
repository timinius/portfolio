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Flow — Маркетплейс Флип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112745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Путь пользователя: от входа на сайт до выполнения заказа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768596" y="621792"/>
            <a:ext cx="2651760" cy="548640"/>
          </a:xfrm>
          <a:prstGeom prst="roundRect">
            <a:avLst>
              <a:gd name="adj" fmla="val 13333"/>
            </a:avLst>
          </a:prstGeom>
          <a:solidFill>
            <a:srgbClr val="EBEBEB"/>
          </a:solidFill>
          <a:ln w="13970">
            <a:solidFill>
              <a:srgbClr val="9999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878324" y="667512"/>
            <a:ext cx="24323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Главная страница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878324" y="896112"/>
            <a:ext cx="24323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Просмотр каталога, поиск товаров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094476" y="1170432"/>
            <a:ext cx="9144" cy="256032"/>
          </a:xfrm>
          <a:prstGeom prst="line">
            <a:avLst/>
          </a:prstGeom>
          <a:noFill/>
          <a:ln w="15240">
            <a:solidFill>
              <a:srgbClr val="555555"/>
            </a:solidFill>
            <a:prstDash val="solid"/>
            <a:tailEnd type="arrow"/>
          </a:ln>
        </p:spPr>
      </p:sp>
      <p:sp>
        <p:nvSpPr>
          <p:cNvPr id="8" name="Shape 6"/>
          <p:cNvSpPr/>
          <p:nvPr/>
        </p:nvSpPr>
        <p:spPr>
          <a:xfrm>
            <a:off x="4768596" y="1426464"/>
            <a:ext cx="2651760" cy="548640"/>
          </a:xfrm>
          <a:prstGeom prst="roundRect">
            <a:avLst>
              <a:gd name="adj" fmla="val 13333"/>
            </a:avLst>
          </a:prstGeom>
          <a:solidFill>
            <a:srgbClr val="EBEBEB"/>
          </a:solidFill>
          <a:ln w="13970">
            <a:solidFill>
              <a:srgbClr val="9999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78324" y="1472184"/>
            <a:ext cx="24323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Регистрация / Вход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878324" y="1700784"/>
            <a:ext cx="24323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+ пароль, создание аккаунта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094476" y="1975104"/>
            <a:ext cx="9144" cy="256032"/>
          </a:xfrm>
          <a:prstGeom prst="line">
            <a:avLst/>
          </a:prstGeom>
          <a:noFill/>
          <a:ln w="15240">
            <a:solidFill>
              <a:srgbClr val="555555"/>
            </a:solidFill>
            <a:prstDash val="solid"/>
            <a:tailEnd type="arrow"/>
          </a:ln>
        </p:spPr>
      </p:sp>
      <p:sp>
        <p:nvSpPr>
          <p:cNvPr id="12" name="Shape 10"/>
          <p:cNvSpPr/>
          <p:nvPr/>
        </p:nvSpPr>
        <p:spPr>
          <a:xfrm>
            <a:off x="4539996" y="2231136"/>
            <a:ext cx="3108960" cy="676656"/>
          </a:xfrm>
          <a:prstGeom prst="diamond">
            <a:avLst/>
          </a:prstGeom>
          <a:solidFill>
            <a:srgbClr val="EBEBEB"/>
          </a:solidFill>
          <a:ln w="16510">
            <a:solidFill>
              <a:srgbClr val="6666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61788" y="2420600"/>
            <a:ext cx="1865376" cy="2977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 продавца?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508760" y="2350008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ЧАСТНЫЙ ПРОДАВЕЦ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485632" y="2350008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КОМПАНИЯ / МАГАЗИН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 flipH="1">
            <a:off x="2606040" y="2569464"/>
            <a:ext cx="1933956" cy="9144"/>
          </a:xfrm>
          <a:prstGeom prst="line">
            <a:avLst/>
          </a:prstGeom>
          <a:noFill/>
          <a:ln w="15240">
            <a:solidFill>
              <a:srgbClr val="555555"/>
            </a:solidFill>
            <a:prstDash val="solid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2606040" y="2569464"/>
            <a:ext cx="9144" cy="758952"/>
          </a:xfrm>
          <a:prstGeom prst="line">
            <a:avLst/>
          </a:prstGeom>
          <a:noFill/>
          <a:ln w="15240">
            <a:solidFill>
              <a:srgbClr val="555555"/>
            </a:solidFill>
            <a:prstDash val="solid"/>
            <a:tailEnd type="arrow"/>
          </a:ln>
        </p:spPr>
      </p:sp>
      <p:sp>
        <p:nvSpPr>
          <p:cNvPr id="18" name="Shape 16"/>
          <p:cNvSpPr/>
          <p:nvPr/>
        </p:nvSpPr>
        <p:spPr>
          <a:xfrm>
            <a:off x="7648956" y="2569464"/>
            <a:ext cx="1933956" cy="9144"/>
          </a:xfrm>
          <a:prstGeom prst="line">
            <a:avLst/>
          </a:prstGeom>
          <a:noFill/>
          <a:ln w="15240">
            <a:solidFill>
              <a:srgbClr val="555555"/>
            </a:solidFill>
            <a:prstDash val="solid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9582912" y="2569464"/>
            <a:ext cx="9144" cy="758952"/>
          </a:xfrm>
          <a:prstGeom prst="line">
            <a:avLst/>
          </a:prstGeom>
          <a:noFill/>
          <a:ln w="15240">
            <a:solidFill>
              <a:srgbClr val="555555"/>
            </a:solidFill>
            <a:prstDash val="solid"/>
            <a:tailEnd type="arrow"/>
          </a:ln>
        </p:spPr>
      </p:sp>
      <p:sp>
        <p:nvSpPr>
          <p:cNvPr id="20" name="Shape 18"/>
          <p:cNvSpPr/>
          <p:nvPr/>
        </p:nvSpPr>
        <p:spPr>
          <a:xfrm>
            <a:off x="6094476" y="2569464"/>
            <a:ext cx="9144" cy="3191256"/>
          </a:xfrm>
          <a:prstGeom prst="line">
            <a:avLst/>
          </a:prstGeom>
          <a:noFill/>
          <a:ln w="10160">
            <a:solidFill>
              <a:srgbClr val="CCCCCC"/>
            </a:solidFill>
            <a:prstDash val="sysDash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1280160" y="3328416"/>
            <a:ext cx="2651760" cy="548640"/>
          </a:xfrm>
          <a:prstGeom prst="roundRect">
            <a:avLst>
              <a:gd name="adj" fmla="val 13333"/>
            </a:avLst>
          </a:prstGeom>
          <a:solidFill>
            <a:srgbClr val="E4E4E4"/>
          </a:solidFill>
          <a:ln w="13970">
            <a:solidFill>
              <a:srgbClr val="99999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389888" y="3374136"/>
            <a:ext cx="24323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Профиль частника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389888" y="3602736"/>
            <a:ext cx="24323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Имя, город, описание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606040" y="3877056"/>
            <a:ext cx="9144" cy="256032"/>
          </a:xfrm>
          <a:prstGeom prst="line">
            <a:avLst/>
          </a:prstGeom>
          <a:noFill/>
          <a:ln w="15240">
            <a:solidFill>
              <a:srgbClr val="555555"/>
            </a:solidFill>
            <a:prstDash val="solid"/>
            <a:tailEnd type="arrow"/>
          </a:ln>
        </p:spPr>
      </p:sp>
      <p:sp>
        <p:nvSpPr>
          <p:cNvPr id="25" name="Shape 23"/>
          <p:cNvSpPr/>
          <p:nvPr/>
        </p:nvSpPr>
        <p:spPr>
          <a:xfrm>
            <a:off x="1280160" y="4133088"/>
            <a:ext cx="2651760" cy="548640"/>
          </a:xfrm>
          <a:prstGeom prst="roundRect">
            <a:avLst>
              <a:gd name="adj" fmla="val 13333"/>
            </a:avLst>
          </a:prstGeom>
          <a:solidFill>
            <a:srgbClr val="E4E4E4"/>
          </a:solidFill>
          <a:ln w="13970">
            <a:solidFill>
              <a:srgbClr val="99999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389888" y="4178808"/>
            <a:ext cx="24323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Добавить объявление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389888" y="4407408"/>
            <a:ext cx="24323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Название, цена, фото, состояние (б/у)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606040" y="4681728"/>
            <a:ext cx="9144" cy="256032"/>
          </a:xfrm>
          <a:prstGeom prst="line">
            <a:avLst/>
          </a:prstGeom>
          <a:noFill/>
          <a:ln w="15240">
            <a:solidFill>
              <a:srgbClr val="555555"/>
            </a:solidFill>
            <a:prstDash val="solid"/>
            <a:tailEnd type="arrow"/>
          </a:ln>
        </p:spPr>
      </p:sp>
      <p:sp>
        <p:nvSpPr>
          <p:cNvPr id="29" name="Shape 27"/>
          <p:cNvSpPr/>
          <p:nvPr/>
        </p:nvSpPr>
        <p:spPr>
          <a:xfrm>
            <a:off x="1280160" y="4937760"/>
            <a:ext cx="2651760" cy="548640"/>
          </a:xfrm>
          <a:prstGeom prst="roundRect">
            <a:avLst>
              <a:gd name="adj" fmla="val 13333"/>
            </a:avLst>
          </a:prstGeom>
          <a:solidFill>
            <a:srgbClr val="E4E4E4"/>
          </a:solidFill>
          <a:ln w="13970">
            <a:solidFill>
              <a:srgbClr val="99999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389888" y="4983480"/>
            <a:ext cx="24323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Объявление активно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389888" y="5212080"/>
            <a:ext cx="24323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Видно в каталоге покупателям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606040" y="5486400"/>
            <a:ext cx="9144" cy="274320"/>
          </a:xfrm>
          <a:prstGeom prst="line">
            <a:avLst/>
          </a:prstGeom>
          <a:noFill/>
          <a:ln w="15240">
            <a:solidFill>
              <a:srgbClr val="555555"/>
            </a:solidFill>
            <a:prstDash val="solid"/>
            <a:tailEnd type="none"/>
          </a:ln>
        </p:spPr>
      </p:sp>
      <p:sp>
        <p:nvSpPr>
          <p:cNvPr id="33" name="Shape 31"/>
          <p:cNvSpPr/>
          <p:nvPr/>
        </p:nvSpPr>
        <p:spPr>
          <a:xfrm>
            <a:off x="8257032" y="3328416"/>
            <a:ext cx="2651760" cy="548640"/>
          </a:xfrm>
          <a:prstGeom prst="roundRect">
            <a:avLst>
              <a:gd name="adj" fmla="val 13333"/>
            </a:avLst>
          </a:prstGeom>
          <a:solidFill>
            <a:srgbClr val="EEEEEE"/>
          </a:solidFill>
          <a:ln w="13970">
            <a:solidFill>
              <a:srgbClr val="99999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366760" y="3374136"/>
            <a:ext cx="24323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Профиль компании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366760" y="3602736"/>
            <a:ext cx="24323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Название магазина, описание, лого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9582912" y="3877056"/>
            <a:ext cx="9144" cy="256032"/>
          </a:xfrm>
          <a:prstGeom prst="line">
            <a:avLst/>
          </a:prstGeom>
          <a:noFill/>
          <a:ln w="15240">
            <a:solidFill>
              <a:srgbClr val="555555"/>
            </a:solidFill>
            <a:prstDash val="solid"/>
            <a:tailEnd type="arrow"/>
          </a:ln>
        </p:spPr>
      </p:sp>
      <p:sp>
        <p:nvSpPr>
          <p:cNvPr id="37" name="Shape 35"/>
          <p:cNvSpPr/>
          <p:nvPr/>
        </p:nvSpPr>
        <p:spPr>
          <a:xfrm>
            <a:off x="8257032" y="4133088"/>
            <a:ext cx="2651760" cy="548640"/>
          </a:xfrm>
          <a:prstGeom prst="roundRect">
            <a:avLst>
              <a:gd name="adj" fmla="val 13333"/>
            </a:avLst>
          </a:prstGeom>
          <a:solidFill>
            <a:srgbClr val="EEEEEE"/>
          </a:solidFill>
          <a:ln w="13970">
            <a:solidFill>
              <a:srgbClr val="99999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366760" y="4178808"/>
            <a:ext cx="24323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продавца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366760" y="4407408"/>
            <a:ext cx="24323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Продажи, просмотры, активные товары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9582912" y="4681728"/>
            <a:ext cx="9144" cy="256032"/>
          </a:xfrm>
          <a:prstGeom prst="line">
            <a:avLst/>
          </a:prstGeom>
          <a:noFill/>
          <a:ln w="15240">
            <a:solidFill>
              <a:srgbClr val="555555"/>
            </a:solidFill>
            <a:prstDash val="solid"/>
            <a:tailEnd type="arrow"/>
          </a:ln>
        </p:spPr>
      </p:sp>
      <p:sp>
        <p:nvSpPr>
          <p:cNvPr id="41" name="Shape 39"/>
          <p:cNvSpPr/>
          <p:nvPr/>
        </p:nvSpPr>
        <p:spPr>
          <a:xfrm>
            <a:off x="8257032" y="4937760"/>
            <a:ext cx="2651760" cy="548640"/>
          </a:xfrm>
          <a:prstGeom prst="roundRect">
            <a:avLst>
              <a:gd name="adj" fmla="val 13333"/>
            </a:avLst>
          </a:prstGeom>
          <a:solidFill>
            <a:srgbClr val="EEEEEE"/>
          </a:solidFill>
          <a:ln w="13970">
            <a:solidFill>
              <a:srgbClr val="99999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366760" y="4983480"/>
            <a:ext cx="24323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Управление товарами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8366760" y="5212080"/>
            <a:ext cx="24323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Добавить / редактировать / удалить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9582912" y="5486400"/>
            <a:ext cx="9144" cy="274320"/>
          </a:xfrm>
          <a:prstGeom prst="line">
            <a:avLst/>
          </a:prstGeom>
          <a:noFill/>
          <a:ln w="15240">
            <a:solidFill>
              <a:srgbClr val="555555"/>
            </a:solidFill>
            <a:prstDash val="solid"/>
            <a:tailEnd type="none"/>
          </a:ln>
        </p:spPr>
      </p:sp>
      <p:sp>
        <p:nvSpPr>
          <p:cNvPr id="45" name="Shape 43"/>
          <p:cNvSpPr/>
          <p:nvPr/>
        </p:nvSpPr>
        <p:spPr>
          <a:xfrm>
            <a:off x="2606040" y="5760720"/>
            <a:ext cx="3488436" cy="9144"/>
          </a:xfrm>
          <a:prstGeom prst="line">
            <a:avLst/>
          </a:prstGeom>
          <a:noFill/>
          <a:ln w="15240">
            <a:solidFill>
              <a:srgbClr val="555555"/>
            </a:solidFill>
            <a:prstDash val="solid"/>
            <a:tailEnd type="none"/>
          </a:ln>
        </p:spPr>
      </p:sp>
      <p:sp>
        <p:nvSpPr>
          <p:cNvPr id="46" name="Shape 44"/>
          <p:cNvSpPr/>
          <p:nvPr/>
        </p:nvSpPr>
        <p:spPr>
          <a:xfrm flipH="1">
            <a:off x="6094476" y="5760720"/>
            <a:ext cx="3488436" cy="9144"/>
          </a:xfrm>
          <a:prstGeom prst="line">
            <a:avLst/>
          </a:prstGeom>
          <a:noFill/>
          <a:ln w="15240">
            <a:solidFill>
              <a:srgbClr val="555555"/>
            </a:solidFill>
            <a:prstDash val="solid"/>
            <a:tailEnd type="none"/>
          </a:ln>
        </p:spPr>
      </p:sp>
      <p:sp>
        <p:nvSpPr>
          <p:cNvPr id="47" name="Shape 45"/>
          <p:cNvSpPr/>
          <p:nvPr/>
        </p:nvSpPr>
        <p:spPr>
          <a:xfrm>
            <a:off x="6094476" y="5760720"/>
            <a:ext cx="9144" cy="164592"/>
          </a:xfrm>
          <a:prstGeom prst="line">
            <a:avLst/>
          </a:prstGeom>
          <a:noFill/>
          <a:ln w="15240">
            <a:solidFill>
              <a:srgbClr val="555555"/>
            </a:solidFill>
            <a:prstDash val="solid"/>
            <a:tailEnd type="arrow"/>
          </a:ln>
        </p:spPr>
      </p:sp>
      <p:sp>
        <p:nvSpPr>
          <p:cNvPr id="48" name="Shape 46"/>
          <p:cNvSpPr/>
          <p:nvPr/>
        </p:nvSpPr>
        <p:spPr>
          <a:xfrm>
            <a:off x="4768596" y="5925312"/>
            <a:ext cx="2651760" cy="548640"/>
          </a:xfrm>
          <a:prstGeom prst="roundRect">
            <a:avLst>
              <a:gd name="adj" fmla="val 13333"/>
            </a:avLst>
          </a:prstGeom>
          <a:solidFill>
            <a:srgbClr val="DEDEDE"/>
          </a:solidFill>
          <a:ln w="13970">
            <a:solidFill>
              <a:srgbClr val="66666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78324" y="5971032"/>
            <a:ext cx="24323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Заказ выполнен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4878324" y="6199632"/>
            <a:ext cx="24323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Статус обновлён · Покупатель оставил отзыв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9601200" y="3474720"/>
            <a:ext cx="2359152" cy="1938528"/>
          </a:xfrm>
          <a:prstGeom prst="roundRect">
            <a:avLst>
              <a:gd name="adj" fmla="val 3302"/>
            </a:avLst>
          </a:prstGeom>
          <a:solidFill>
            <a:srgbClr val="F8F8F8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710928" y="3566160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Обозначения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9765792" y="3950208"/>
            <a:ext cx="475488" cy="9144"/>
          </a:xfrm>
          <a:prstGeom prst="line">
            <a:avLst/>
          </a:prstGeom>
          <a:noFill/>
          <a:ln w="15240">
            <a:solidFill>
              <a:srgbClr val="555555"/>
            </a:solidFill>
            <a:prstDash val="solid"/>
            <a:tailEnd type="arrow"/>
          </a:ln>
        </p:spPr>
      </p:sp>
      <p:sp>
        <p:nvSpPr>
          <p:cNvPr id="54" name="Text 52"/>
          <p:cNvSpPr/>
          <p:nvPr/>
        </p:nvSpPr>
        <p:spPr>
          <a:xfrm>
            <a:off x="10332720" y="3840480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Переход / шаг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9765792" y="4242816"/>
            <a:ext cx="475488" cy="237744"/>
          </a:xfrm>
          <a:prstGeom prst="roundRect">
            <a:avLst>
              <a:gd name="adj" fmla="val 15385"/>
            </a:avLst>
          </a:prstGeom>
          <a:solidFill>
            <a:srgbClr val="EBEBEB"/>
          </a:solidFill>
          <a:ln w="11430">
            <a:solidFill>
              <a:srgbClr val="999999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0332720" y="4187952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Блок обработки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9765792" y="4590288"/>
            <a:ext cx="475488" cy="274320"/>
          </a:xfrm>
          <a:prstGeom prst="diamond">
            <a:avLst/>
          </a:prstGeom>
          <a:solidFill>
            <a:srgbClr val="EBEBEB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0332720" y="4553712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Условие / ветвление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9765792" y="4974336"/>
            <a:ext cx="475488" cy="237744"/>
          </a:xfrm>
          <a:prstGeom prst="roundRect">
            <a:avLst>
              <a:gd name="adj" fmla="val 15385"/>
            </a:avLst>
          </a:prstGeom>
          <a:solidFill>
            <a:srgbClr val="E4E4E4"/>
          </a:solidFill>
          <a:ln w="11430">
            <a:solidFill>
              <a:srgbClr val="999999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0332720" y="4919472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Ветка: частник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9765792" y="5248656"/>
            <a:ext cx="475488" cy="201168"/>
          </a:xfrm>
          <a:prstGeom prst="roundRect">
            <a:avLst>
              <a:gd name="adj" fmla="val 18182"/>
            </a:avLst>
          </a:prstGeom>
          <a:solidFill>
            <a:srgbClr val="EEEEEE"/>
          </a:solidFill>
          <a:ln w="11430">
            <a:solidFill>
              <a:srgbClr val="999999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0332720" y="5193792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Ветка: компания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2026-06-17T10:33:47Z</dcterms:created>
  <dcterms:modified xsi:type="dcterms:W3CDTF">2026-06-17T10:33:47Z</dcterms:modified>
</cp:coreProperties>
</file>