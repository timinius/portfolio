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Флип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нового поколения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+ B2C · React + Node.js + SQLite · Railway + Groq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Анализ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Дизайн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Реализация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Деплой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0" y="3840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Оценка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рынка · выбор ниши · прототип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Анализ конкурентов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5669280" cy="2377440"/>
        </p:xfrm>
        <a:graphic>
          <a:graphicData uri="http://schemas.openxmlformats.org/drawingml/2006/table">
            <a:tbl>
              <a:tblPr/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Авито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Wildberries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Юла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Флип 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B2B+B2C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28016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B2B + B2C?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Авито/Юла — только C2C, нет бизнес-аккаунтов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Ozon/WB — высокий барьер входа для малого бизнеса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23865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Флип принимает всех: магазины и частников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0" y="26883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Магазины дают стабильный поток товаров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0" y="2990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Частники обеспечивают разнообразие каталога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3291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Единый кабинет: режим «компания» и «частник»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794760"/>
            <a:ext cx="1133856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8587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Незакрытые ниши конкурентов → наши возможности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2245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Нет ИИ ни у кого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Groq AI для подбора товаров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0" y="42245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Сложный онбординг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47472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Простая регистрация за 1 мин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09360" y="42245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Разделение аудиторий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Один маркетплейс для всех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44000" y="42245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Нет персонализации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14400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Рекомендации на базе LLM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· Figma · Компонентная архитектура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Проектирование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БД (SQLite)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7373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name, email, password_hash, account_type, rating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20299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seller_id, title, price, category, condition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322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3225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buyer_id, seller_id, product_id, status, total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6151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cart_items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6151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product_id, quantity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9077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29077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user_id, product_id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28016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353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+ Vite)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17373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17373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страниц, React Router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029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20299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ProductCard, AiChat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23225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5000" y="23225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— JWT глобально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6151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26151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interceptors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29077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29077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переменные, Onest font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128016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1353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(Node.js + Express)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1737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555480" y="1737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/api/products, users, orders...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555480" y="20299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bcrypt, middleware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23225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555480" y="23225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node-sqlite3-wasm, initDB()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26151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55480" y="26151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/api/ai/chat → Groq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2907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555480" y="29077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React build в prod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337560"/>
            <a:ext cx="11704320" cy="1554480"/>
          </a:xfrm>
          <a:prstGeom prst="roundRect">
            <a:avLst>
              <a:gd name="adj" fmla="val 588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4107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— 18 экранов + дизайн-токены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2920" y="37947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7947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01368" y="37947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01368" y="37947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99816" y="37947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99816" y="37947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98264" y="37947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98264" y="37947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96712" y="37947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96712" y="37947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95160" y="37947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37947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93608" y="37947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93608" y="37947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592056" y="37947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92056" y="37947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890504" y="37947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890504" y="37947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02920" y="42519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801368" y="42519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01368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099816" y="42519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99816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398264" y="42519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98264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MyListings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696712" y="42519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96712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AddProduct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995160" y="42519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95160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EditProduct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293608" y="42519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93608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OrderDetail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592056" y="42519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592056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NotFound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890504" y="42519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890504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· llama-3.3-70b · Контекст из БД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Реализация ИИ-помощника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Groq?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55648"/>
          <a:ext cx="5212080" cy="141732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Провайдер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~3–5 сек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~3–6 сек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~2–4 сек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 сек 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280160"/>
            <a:ext cx="6035040" cy="2011680"/>
          </a:xfrm>
          <a:prstGeom prst="roundRect">
            <a:avLst>
              <a:gd name="adj" fmla="val 454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135331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Преимущества Groq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0" y="17830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LPU-чипы — скорость вывода в 10× быстрее GPU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208483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llama-3.3-70b полностью бесплатно на старте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17920" y="238658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OpenAI-совместимый API — легкий переход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7920" y="268833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Модель llama обучена на 70 млрд параметрах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0" y="299008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Данные не используются для обучения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429000"/>
            <a:ext cx="11704320" cy="146304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5021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запроса к ИИ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38862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9502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Пользователь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4206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в чате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28600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68880" y="38862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68880" y="39502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Express API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468880" y="4206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/api/ai/chat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5196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434840" y="38862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34840" y="39502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SQLite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434840" y="4206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Топ-товары из БД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1792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0" y="38862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39502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System Prompt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00800" y="4206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платформы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18388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366760" y="38862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66760" y="39502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Groq API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366760" y="4206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14984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0332720" y="38862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332720" y="39502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Ответ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332720" y="42062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 сек пользователю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пользователя от вопроса до покупки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User Flow — ИИ-помощник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594360" cy="91440"/>
          </a:xfrm>
          <a:prstGeom prst="roundRect">
            <a:avLst/>
          </a:prstGeom>
          <a:solidFill>
            <a:srgbClr val="D1D5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25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Любая страница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на сайте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81051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385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594360" cy="91440"/>
          </a:xfrm>
          <a:prstGeom prst="roundRect">
            <a:avLst/>
          </a:prstGeom>
          <a:solidFill>
            <a:srgbClr val="D1D5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9842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Кнопка ИИ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2128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Плавающий виджет справа внизу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4688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9689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5760" y="3127248"/>
            <a:ext cx="594360" cy="91440"/>
          </a:xfrm>
          <a:prstGeom prst="roundRect">
            <a:avLst/>
          </a:prstGeom>
          <a:solidFill>
            <a:srgbClr val="D1D5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64261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Вопрос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8712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Напр.: «наушники до 3000₽»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" y="31272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255264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5526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65760" y="3785616"/>
            <a:ext cx="594360" cy="91440"/>
          </a:xfrm>
          <a:prstGeom prst="roundRect">
            <a:avLst/>
          </a:prstGeom>
          <a:solidFill>
            <a:srgbClr val="D1D5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30098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Backend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52958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 БД + сборка промпта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378561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913632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91363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65760" y="4443984"/>
            <a:ext cx="594360" cy="91440"/>
          </a:xfrm>
          <a:prstGeom prst="roundRect">
            <a:avLst/>
          </a:prstGeom>
          <a:solidFill>
            <a:srgbClr val="D1D5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39593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Groq AI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1879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ответа ~0.3 сек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" y="44439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5720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65760" y="5102352"/>
            <a:ext cx="594360" cy="91440"/>
          </a:xfrm>
          <a:prstGeom prst="roundRect">
            <a:avLst/>
          </a:prstGeom>
          <a:solidFill>
            <a:srgbClr val="D1D5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46177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Ответ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9728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товаров со ссылками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" y="510235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" y="5230368"/>
            <a:ext cx="59436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5230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65760" y="5760720"/>
            <a:ext cx="594360" cy="9144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5276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Покупка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97280" y="55046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в карточку → корзина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1280160"/>
            <a:ext cx="5852160" cy="3291840"/>
          </a:xfrm>
          <a:prstGeom prst="roundRect">
            <a:avLst>
              <a:gd name="adj" fmla="val 2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1371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 в System Prompt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00800" y="1801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Платформа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92440" y="1801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«Флип», категории, правила общения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00800" y="2304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Товары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092440" y="2304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актуальных товаров из SQLite (title, price, id)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00800" y="2807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Поведение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92440" y="2807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Отвечай кратко, давай ссылки /product/:id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00800" y="3310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Ограничения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092440" y="33101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выходи за рамки маркетплейса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400800" y="38130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История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92440" y="3813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messages[] — весь диалог передаётся в Groq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217920" y="4754880"/>
            <a:ext cx="585216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4828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инсайт: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400800" y="510235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знает о каталоге благодаря системному промпту — он подбирает товары из реальной базы данных, а не выдумывает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автодеплой → production за 2 минуты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Деплой на Railway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Railway?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55648"/>
          <a:ext cx="5212080" cy="146304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Платформа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Автодеплой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(эфемерная FS)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(serverless)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Есть (30с)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persistent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нет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F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280160"/>
            <a:ext cx="6035040" cy="210312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135331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0" y="1755648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git push → GitHub (main)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63640" y="201168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2267712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Railway — webhook → Build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63640" y="252374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17920" y="2779776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npm install + npm run build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63640" y="303580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0" y="3291840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 + initDB() — seed данные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52044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5935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переменные (Railway Dashboard)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397764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NODE_ENV=production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197096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GROQ_API_KEY=gsk_...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4165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JWT_SECRET=...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463600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PORT=3001  # /data/flip.db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35040" y="3520440"/>
            <a:ext cx="603504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0" y="35935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преимущество Railway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17920" y="397764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Persistent filesystem — SQLite не сбрасывается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17920" y="4197096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Push to GitHub = деплой без доп. конфигурации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17920" y="441655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Нет cold start (в отличие от Render free)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17920" y="463600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Идеально для MVP без PostgreSQL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17920" y="48554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Бесплатный tier на старте ($5 кредитов)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· Проблемы · Вектор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Оценка и дальнейшее развитие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261872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984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демо-товаров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каталоге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61872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2984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~0.3с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17920" y="1783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ИИ-помощника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0" y="1261872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2984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44000" y="1783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демо-аккаунта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(B2B + B2C)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5669280" cy="2377440"/>
          </a:xfrm>
          <a:prstGeom prst="roundRect">
            <a:avLst>
              <a:gd name="adj" fmla="val 3846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048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Что работает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Регистрация, вход, JWT-авторизация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Каталог с фильтрацией (категория, цена, город)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Корзина, избранное, оформление заказов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6576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Личный кабинет продавца (B2B и B2C режимы)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Добавление / редактирование / удаление товаров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ИИ-помощник с реальным контекстом из БД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Автодеплой на Railway через GitHub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331720"/>
            <a:ext cx="5852160" cy="100584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4048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Выявленные ограничения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28346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SQLite не масштабируется горизонтально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08152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Нет реальной оплаты (только эмуляция)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3284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Нет push-уведомлений продавцу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5753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Поиск — простой LIKE, без full-text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474720"/>
            <a:ext cx="585216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5478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Вектор развития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3931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PostgreSQL вместо SQLite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41788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Stripe / ЮKassa — реальная оплата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4256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ИИ-рекомендации по истории просмотров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467258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Native — мобильное приложение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Флип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для покупки и продажи — простой, умный, доступный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3566160"/>
            <a:ext cx="2743200" cy="82296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566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+ B2C в одной платформе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0" y="3566160"/>
            <a:ext cx="2743200" cy="82296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3566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ИИ-помощник на Groq (0.3 сек)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0" y="3566160"/>
            <a:ext cx="2743200" cy="82296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3566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Автодеплой Railway из GitHub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0" y="3566160"/>
            <a:ext cx="2743200" cy="82296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0" y="3566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 масштабированию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· Railway · nasmirnov21@gmail.com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Флип — Маркетплейс</dc:title>
  <dc:subject>PptxGenJS Presentation</dc:subject>
  <dc:creator>PptxGenJS</dc:creator>
  <cp:lastModifiedBy>PptxGenJS</cp:lastModifiedBy>
  <cp:revision>1</cp:revision>
  <dcterms:created xsi:type="dcterms:W3CDTF">2026-06-17T09:04:42Z</dcterms:created>
  <dcterms:modified xsi:type="dcterms:W3CDTF">2026-06-17T09:04:42Z</dcterms:modified>
</cp:coreProperties>
</file>